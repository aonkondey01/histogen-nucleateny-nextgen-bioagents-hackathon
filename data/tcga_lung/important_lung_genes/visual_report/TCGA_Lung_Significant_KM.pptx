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TCGA Lung Cancer Visual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956 patients | 1,053 diagnostic slides | LUAD 478 | LUSC 478</a:t>
            </a:r>
          </a:p>
          <a:p>
            <a:r>
              <a:t>Important-gene mutations, RNA expression, RPPA protein expression, and exploratory survival associations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Kaplan-Meier curves (p &lt; 0.05)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km NOTCH2</a:t>
            </a:r>
          </a:p>
        </p:txBody>
      </p:sp>
      <p:pic>
        <p:nvPicPr>
          <p:cNvPr id="3" name="Picture 2" descr="significant_km_mutation_km_NOTC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km CDKN2A</a:t>
            </a:r>
          </a:p>
        </p:txBody>
      </p:sp>
      <p:pic>
        <p:nvPicPr>
          <p:cNvPr id="3" name="Picture 2" descr="significant_km_mutation_km_CDKN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km FAT1</a:t>
            </a:r>
          </a:p>
        </p:txBody>
      </p:sp>
      <p:pic>
        <p:nvPicPr>
          <p:cNvPr id="3" name="Picture 2" descr="significant_km_rna_km_F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km SOX2</a:t>
            </a:r>
          </a:p>
        </p:txBody>
      </p:sp>
      <p:pic>
        <p:nvPicPr>
          <p:cNvPr id="3" name="Picture 2" descr="significant_km_rna_km_SO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km PTEN</a:t>
            </a:r>
          </a:p>
        </p:txBody>
      </p:sp>
      <p:pic>
        <p:nvPicPr>
          <p:cNvPr id="3" name="Picture 2" descr="significant_km_rna_km_P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Protein km Sox2</a:t>
            </a:r>
          </a:p>
        </p:txBody>
      </p:sp>
      <p:pic>
        <p:nvPicPr>
          <p:cNvPr id="3" name="Picture 2" descr="significant_km_protein_km_So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